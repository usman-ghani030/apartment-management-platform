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2103120"/>
            <a:ext cx="4754880" cy="475488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120640"/>
            <a:ext cx="3291840" cy="329184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  <p:pic>
        <p:nvPicPr>
          <p:cNvPr id="5" name="Image 0" descr="/home/claude/assets/omniho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66928" cy="5065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89611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5532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community management for apartment societies. Notices, maintenance, dues, bookings, visitors, and voting in one platform, with an isolated workspace per society.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3364992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6E4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3649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0–9 complete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87168" y="3364992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6E4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87168" y="33649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Vercel + Render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17136" y="336499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6E4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17136" y="33649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 to 15 units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4160520"/>
            <a:ext cx="553212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370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47365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pic>
        <p:nvPicPr>
          <p:cNvPr id="17" name="Image 1" descr="/home/claude/assets/logo-nextj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809744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261872" y="47365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pic>
        <p:nvPicPr>
          <p:cNvPr id="19" name="Image 2" descr="/home/claude/assets/logo-typescri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4809744"/>
            <a:ext cx="310896" cy="31089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975104" y="47365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pic>
        <p:nvPicPr>
          <p:cNvPr id="21" name="Image 3" descr="/home/claude/assets/logo-tailwi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256" y="4809744"/>
            <a:ext cx="310896" cy="31089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688336" y="47365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pic>
        <p:nvPicPr>
          <p:cNvPr id="23" name="Image 4" descr="/home/claude/assets/logo-nodej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488" y="4809744"/>
            <a:ext cx="310896" cy="31089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401568" y="47365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pic>
        <p:nvPicPr>
          <p:cNvPr id="25" name="Image 5" descr="/home/claude/assets/logo-expre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4809744"/>
            <a:ext cx="310896" cy="31089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4114800" y="47365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pic>
        <p:nvPicPr>
          <p:cNvPr id="27" name="Image 6" descr="/home/claude/assets/logo-postgresq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7952" y="4809744"/>
            <a:ext cx="310896" cy="310896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4828032" y="47365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pic>
        <p:nvPicPr>
          <p:cNvPr id="29" name="Image 7" descr="/home/claude/assets/logo-prism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4809744"/>
            <a:ext cx="310896" cy="310896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5541264" y="47365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pic>
        <p:nvPicPr>
          <p:cNvPr id="31" name="Image 8" descr="/home/claude/assets/logo-redi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4416" y="4809744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548640" y="56235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manages  ·  Resident uses  ·  Guard verifies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6537960" y="960120"/>
            <a:ext cx="5102352" cy="52120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34" name="Text 23"/>
          <p:cNvSpPr txBox="1"/>
          <p:nvPr/>
        </p:nvSpPr>
        <p:spPr>
          <a:xfrm>
            <a:off x="6903720" y="123444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role-based views, one shared record</a:t>
            </a:r>
            <a:endParaRPr lang="en-US" sz="1400" dirty="0"/>
          </a:p>
        </p:txBody>
      </p:sp>
      <p:sp>
        <p:nvSpPr>
          <p:cNvPr id="35" name="Shape 24"/>
          <p:cNvSpPr/>
          <p:nvPr/>
        </p:nvSpPr>
        <p:spPr>
          <a:xfrm>
            <a:off x="6903720" y="2039112"/>
            <a:ext cx="512064" cy="512064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6" name="Image 9" descr="/home/claude/assets/ic-clipboard-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2849" y="2108241"/>
            <a:ext cx="373807" cy="373807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589520" y="1984248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admin</a:t>
            </a:r>
            <a:endParaRPr lang="en-US" sz="1500" dirty="0"/>
          </a:p>
        </p:txBody>
      </p:sp>
      <p:sp>
        <p:nvSpPr>
          <p:cNvPr id="38" name="Text 26"/>
          <p:cNvSpPr txBox="1"/>
          <p:nvPr/>
        </p:nvSpPr>
        <p:spPr>
          <a:xfrm>
            <a:off x="7589520" y="2313432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society: posts notices, assigns tickets, collects dues, sees everything.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6903720" y="3154680"/>
            <a:ext cx="4370832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6903720" y="3410712"/>
            <a:ext cx="512064" cy="512064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1" name="Image 10" descr="/home/claude/assets/ic-megaphon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2849" y="3479841"/>
            <a:ext cx="373807" cy="373807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7589520" y="3355848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500" dirty="0"/>
          </a:p>
        </p:txBody>
      </p:sp>
      <p:sp>
        <p:nvSpPr>
          <p:cNvPr id="43" name="Text 30"/>
          <p:cNvSpPr txBox="1"/>
          <p:nvPr/>
        </p:nvSpPr>
        <p:spPr>
          <a:xfrm>
            <a:off x="7589520" y="3685032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tickets with photos, pays dues, books amenities, votes in polls.</a:t>
            </a:r>
            <a:endParaRPr lang="en-US" sz="1200" dirty="0"/>
          </a:p>
        </p:txBody>
      </p:sp>
      <p:sp>
        <p:nvSpPr>
          <p:cNvPr id="44" name="Shape 31"/>
          <p:cNvSpPr/>
          <p:nvPr/>
        </p:nvSpPr>
        <p:spPr>
          <a:xfrm>
            <a:off x="6903720" y="4526280"/>
            <a:ext cx="4370832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5" name="Shape 32"/>
          <p:cNvSpPr/>
          <p:nvPr/>
        </p:nvSpPr>
        <p:spPr>
          <a:xfrm>
            <a:off x="6903720" y="4782312"/>
            <a:ext cx="512064" cy="512064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6" name="Image 11" descr="/home/claude/assets/ic-shield-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72849" y="4851441"/>
            <a:ext cx="373807" cy="373807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7589520" y="4727448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</a:t>
            </a:r>
            <a:endParaRPr lang="en-US" sz="1500" dirty="0"/>
          </a:p>
        </p:txBody>
      </p:sp>
      <p:sp>
        <p:nvSpPr>
          <p:cNvPr id="48" name="Text 34"/>
          <p:cNvSpPr txBox="1"/>
          <p:nvPr/>
        </p:nvSpPr>
        <p:spPr>
          <a:xfrm>
            <a:off x="7589520" y="5056632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QR visitor passes at the gate, logs check-in and check-out.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Societies run on WhatsApp, paper, and memory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apartment committees actually operate today.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-1463040" y="3657600"/>
            <a:ext cx="4206240" cy="420624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41605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632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WhatsApp group carries every announcement.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319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register sits at the gate. The treasurer tracks dues in a spreadsheet that only makes sense to the treasurer.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5257800"/>
            <a:ext cx="3429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54406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most societies run today: functional alone, and disconnected together.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74920" y="2002536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4" name="Image 0" descr="/home/claude/assets/ic-mega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6642" y="2064258"/>
            <a:ext cx="333756" cy="3337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33288" y="1938528"/>
            <a:ext cx="5907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get buried.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5733288" y="2249424"/>
            <a:ext cx="5907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announcement posted at 2pm is unread by evening, lost under a hundred chat messages.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74920" y="2848356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8" name="Image 1" descr="/home/claude/assets/ic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642" y="2910078"/>
            <a:ext cx="333756" cy="3337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733288" y="2784348"/>
            <a:ext cx="5907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has no owner.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5733288" y="3095244"/>
            <a:ext cx="5907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complaint raised verbally has no status, no history, and no one accountable.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74920" y="3694176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2" name="Image 2" descr="/home/claude/assets/ic-shield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642" y="3755898"/>
            <a:ext cx="333756" cy="33375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733288" y="3630168"/>
            <a:ext cx="5907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runs on handwriting.</a:t>
            </a:r>
            <a:endParaRPr lang="en-US" sz="1450" dirty="0"/>
          </a:p>
        </p:txBody>
      </p:sp>
      <p:sp>
        <p:nvSpPr>
          <p:cNvPr id="24" name="Text 19"/>
          <p:cNvSpPr txBox="1"/>
          <p:nvPr/>
        </p:nvSpPr>
        <p:spPr>
          <a:xfrm>
            <a:off x="5733288" y="3941064"/>
            <a:ext cx="5907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logs are incomplete, and verifying a visitor slows the line.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074920" y="4539996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6" name="Image 3" descr="/home/claude/assets/ic-credit-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642" y="4601718"/>
            <a:ext cx="333756" cy="3337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733288" y="4475988"/>
            <a:ext cx="5907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invite disputes.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5733288" y="4786884"/>
            <a:ext cx="5907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and the committee keep different records of what was paid and when.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074920" y="5385816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0" name="Image 4" descr="/home/claude/assets/ic-scroll-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6642" y="5447538"/>
            <a:ext cx="333756" cy="33375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733288" y="5321808"/>
            <a:ext cx="5907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leave with the committee.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5733288" y="5632704"/>
            <a:ext cx="5907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members rotate, minutes and financial history go with them.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per society, three role-based views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committee already does, moved onto a shared record with clear roles.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58568"/>
            <a:ext cx="475488" cy="47548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7" name="Image 0" descr="/home/claude/assets/ic-mega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871" y="2322759"/>
            <a:ext cx="347106" cy="3471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2219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 blast nobody can search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0720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80720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notices with read receipts and unit-level targeting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80760" y="1965960"/>
            <a:ext cx="52578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258568"/>
            <a:ext cx="475488" cy="47548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3" name="Image 1" descr="/home/claude/assets/ic-credit-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991" y="2322759"/>
            <a:ext cx="347106" cy="3471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40880" y="22219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tracked in a private spreadsheet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80720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040880" y="280720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with online payment, reminders, and shared history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3849624"/>
            <a:ext cx="52578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142232"/>
            <a:ext cx="475488" cy="47548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9" name="Image 2" descr="/home/claude/assets/ic-scan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71" y="4206423"/>
            <a:ext cx="347106" cy="34710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08760" y="410565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register at the gate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469087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508760" y="46908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visitor passes scanned and time-stamped at the gate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080760" y="3849624"/>
            <a:ext cx="52578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0" y="4142232"/>
            <a:ext cx="475488" cy="47548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5" name="Image 3" descr="/home/claude/assets/ic-wre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991" y="4206423"/>
            <a:ext cx="347106" cy="34710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040880" y="410565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raised verbally in passing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6400800" y="469087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7040880" y="46908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with photos, an assignee, and a visible status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0533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residents, and guards each see what their role needs, backed by the same data.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6" name="Image 0" descr="/home/claude/assets/ic-mega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02" y="2137410"/>
            <a:ext cx="333756" cy="3337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21122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with drafts, read receipts, and unit-level targeting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directory with unit and contact detail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folders for bylaws and meeting minutes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78308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075688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1" name="Image 1" descr="/home/claude/assets/ic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522" y="2137410"/>
            <a:ext cx="333756" cy="3337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13448" y="21122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65176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tickets with photos, comments, and status lifecycle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bookings with conflict prevention and rules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Parcels logged on arrival, collected with a tap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visitor passes with gate check-in and check-out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33088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425696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2" descr="/home/claude/assets/ic-credit-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" y="4487418"/>
            <a:ext cx="333756" cy="3337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81328" y="44622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5001768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per unit with online Safepay checkout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before due dates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monthly billing on a configurable schedule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flags with admin resolution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4133088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425696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1" name="Image 3" descr="/home/claude/assets/ic-shield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522" y="4487418"/>
            <a:ext cx="333756" cy="3337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13448" y="44622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safety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5001768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with one vote per unit enforced in the schema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alerts that reach admins and guards instantly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directory with on-duty visibility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clearance that blocks on unpaid dues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parts, chosen for boring reliability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uses widely documented, widely hired-for technology.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81580" cy="4389120"/>
          </a:xfrm>
          <a:prstGeom prst="roundRect">
            <a:avLst>
              <a:gd name="adj" fmla="val 3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2057400"/>
            <a:ext cx="1996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546822" y="2551176"/>
            <a:ext cx="585216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2700" dir="5400000">
              <a:srgbClr val="9CA3AF">
                <a:alpha val="14000"/>
              </a:srgbClr>
            </a:outerShdw>
          </a:effectLst>
        </p:spPr>
      </p:sp>
      <p:pic>
        <p:nvPicPr>
          <p:cNvPr id="8" name="Image 0" descr="/home/claude/assets/logo-nextj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258" y="2610612"/>
            <a:ext cx="466344" cy="4663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191256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546822" y="3465576"/>
            <a:ext cx="585216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2700" dir="5400000">
              <a:srgbClr val="9CA3AF">
                <a:alpha val="14000"/>
              </a:srgbClr>
            </a:outerShdw>
          </a:effectLst>
        </p:spPr>
      </p:sp>
      <p:pic>
        <p:nvPicPr>
          <p:cNvPr id="11" name="Image 1" descr="/home/claude/assets/logo-typescri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258" y="3525012"/>
            <a:ext cx="466344" cy="4663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" y="4105656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1546822" y="4379976"/>
            <a:ext cx="585216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2700" dir="5400000">
              <a:srgbClr val="9CA3AF">
                <a:alpha val="14000"/>
              </a:srgbClr>
            </a:outerShdw>
          </a:effectLst>
        </p:spPr>
      </p:sp>
      <p:pic>
        <p:nvPicPr>
          <p:cNvPr id="14" name="Image 2" descr="/home/claude/assets/logo-tailwi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258" y="4439412"/>
            <a:ext cx="466344" cy="4663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0080" y="5020056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386252" y="1783080"/>
            <a:ext cx="2581580" cy="4389120"/>
          </a:xfrm>
          <a:prstGeom prst="roundRect">
            <a:avLst>
              <a:gd name="adj" fmla="val 3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3678860" y="2057400"/>
            <a:ext cx="1996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384434" y="2551176"/>
            <a:ext cx="585216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2700" dir="5400000">
              <a:srgbClr val="9CA3AF">
                <a:alpha val="14000"/>
              </a:srgbClr>
            </a:outerShdw>
          </a:effectLst>
        </p:spPr>
      </p:sp>
      <p:pic>
        <p:nvPicPr>
          <p:cNvPr id="19" name="Image 3" descr="/home/claude/assets/logo-nodej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870" y="2610612"/>
            <a:ext cx="466344" cy="4663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477692" y="3191256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384434" y="3465576"/>
            <a:ext cx="585216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2700" dir="5400000">
              <a:srgbClr val="9CA3AF">
                <a:alpha val="14000"/>
              </a:srgbClr>
            </a:outerShdw>
          </a:effectLst>
        </p:spPr>
      </p:sp>
      <p:pic>
        <p:nvPicPr>
          <p:cNvPr id="22" name="Image 4" descr="/home/claude/assets/logo-expre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870" y="3525012"/>
            <a:ext cx="466344" cy="4663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477692" y="4105656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23864" y="1783080"/>
            <a:ext cx="2581580" cy="4389120"/>
          </a:xfrm>
          <a:prstGeom prst="roundRect">
            <a:avLst>
              <a:gd name="adj" fmla="val 3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25" name="Text 18"/>
          <p:cNvSpPr txBox="1"/>
          <p:nvPr/>
        </p:nvSpPr>
        <p:spPr>
          <a:xfrm>
            <a:off x="6516472" y="2057400"/>
            <a:ext cx="1996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JOBS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7222046" y="2551176"/>
            <a:ext cx="585216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2700" dir="5400000">
              <a:srgbClr val="9CA3AF">
                <a:alpha val="14000"/>
              </a:srgbClr>
            </a:outerShdw>
          </a:effectLst>
        </p:spPr>
      </p:sp>
      <p:pic>
        <p:nvPicPr>
          <p:cNvPr id="27" name="Image 5" descr="/home/claude/assets/logo-postgresq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1482" y="2610612"/>
            <a:ext cx="466344" cy="4663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315304" y="3191256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7222046" y="3465576"/>
            <a:ext cx="585216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2700" dir="5400000">
              <a:srgbClr val="9CA3AF">
                <a:alpha val="14000"/>
              </a:srgbClr>
            </a:outerShdw>
          </a:effectLst>
        </p:spPr>
      </p:sp>
      <p:pic>
        <p:nvPicPr>
          <p:cNvPr id="30" name="Image 6" descr="/home/claude/assets/logo-prism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1482" y="3525012"/>
            <a:ext cx="466344" cy="46634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315304" y="4105656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7222046" y="4379976"/>
            <a:ext cx="585216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2700" dir="5400000">
              <a:srgbClr val="9CA3AF">
                <a:alpha val="14000"/>
              </a:srgbClr>
            </a:outerShdw>
          </a:effectLst>
        </p:spPr>
      </p:sp>
      <p:pic>
        <p:nvPicPr>
          <p:cNvPr id="33" name="Image 7" descr="/home/claude/assets/logo-redi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1482" y="4439412"/>
            <a:ext cx="466344" cy="46634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315304" y="5020056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7222046" y="5294376"/>
            <a:ext cx="585216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2700" dir="5400000">
              <a:srgbClr val="9CA3AF">
                <a:alpha val="14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7295198" y="5367528"/>
            <a:ext cx="438912" cy="438912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37" name="Text 27"/>
          <p:cNvSpPr txBox="1"/>
          <p:nvPr/>
        </p:nvSpPr>
        <p:spPr>
          <a:xfrm>
            <a:off x="7222046" y="52943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8" name="Text 28"/>
          <p:cNvSpPr txBox="1"/>
          <p:nvPr/>
        </p:nvSpPr>
        <p:spPr>
          <a:xfrm>
            <a:off x="6315304" y="5934456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</a:t>
            </a:r>
            <a:endParaRPr lang="en-US" sz="1150" dirty="0"/>
          </a:p>
        </p:txBody>
      </p:sp>
      <p:sp>
        <p:nvSpPr>
          <p:cNvPr id="39" name="Shape 29"/>
          <p:cNvSpPr/>
          <p:nvPr/>
        </p:nvSpPr>
        <p:spPr>
          <a:xfrm>
            <a:off x="9061475" y="1783080"/>
            <a:ext cx="2581580" cy="4389120"/>
          </a:xfrm>
          <a:prstGeom prst="roundRect">
            <a:avLst>
              <a:gd name="adj" fmla="val 3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40" name="Text 30"/>
          <p:cNvSpPr txBox="1"/>
          <p:nvPr/>
        </p:nvSpPr>
        <p:spPr>
          <a:xfrm>
            <a:off x="9354083" y="2057400"/>
            <a:ext cx="1996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10059657" y="2551176"/>
            <a:ext cx="585216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2700" dir="5400000">
              <a:srgbClr val="9CA3AF">
                <a:alpha val="14000"/>
              </a:srgbClr>
            </a:outerShdw>
          </a:effectLst>
        </p:spPr>
      </p:sp>
      <p:pic>
        <p:nvPicPr>
          <p:cNvPr id="42" name="Image 8" descr="/home/claude/assets/logo-verce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9093" y="2610612"/>
            <a:ext cx="466344" cy="466344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152915" y="3191256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50" dirty="0"/>
          </a:p>
        </p:txBody>
      </p:sp>
      <p:sp>
        <p:nvSpPr>
          <p:cNvPr id="44" name="Shape 33"/>
          <p:cNvSpPr/>
          <p:nvPr/>
        </p:nvSpPr>
        <p:spPr>
          <a:xfrm>
            <a:off x="10059657" y="3465576"/>
            <a:ext cx="585216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2700" dir="5400000">
              <a:srgbClr val="9CA3AF">
                <a:alpha val="14000"/>
              </a:srgbClr>
            </a:outerShdw>
          </a:effectLst>
        </p:spPr>
      </p:sp>
      <p:pic>
        <p:nvPicPr>
          <p:cNvPr id="45" name="Image 9" descr="/home/claude/assets/logo-rend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19093" y="3525012"/>
            <a:ext cx="466344" cy="466344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9152915" y="4105656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50" dirty="0"/>
          </a:p>
        </p:txBody>
      </p:sp>
      <p:sp>
        <p:nvSpPr>
          <p:cNvPr id="47" name="Text 35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1000" dirty="0"/>
          </a:p>
        </p:txBody>
      </p:sp>
      <p:sp>
        <p:nvSpPr>
          <p:cNvPr id="48" name="Text 36"/>
          <p:cNvSpPr txBox="1"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4231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532888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898648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resident, and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views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566160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60520" y="1874520"/>
            <a:ext cx="2788920" cy="2606040"/>
          </a:xfrm>
          <a:prstGeom prst="roundRect">
            <a:avLst>
              <a:gd name="adj" fmla="val 3158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16552" y="207568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416552" y="240487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2788920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can() permission check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 query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entry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35240" y="1874520"/>
            <a:ext cx="40050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891272" y="205740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Prisma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891272" y="2404872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societyId on every table, soft deletes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35240" y="3291840"/>
            <a:ext cx="400507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891272" y="347472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BullMQ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891272" y="3822192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reminders, recurring billing, platform billing, overdue checks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6400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4672" y="4965192"/>
            <a:ext cx="5888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services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312664"/>
            <a:ext cx="5888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Safepay hosted checkout and webhook   ·   Gmail SMTP notifications   ·   Google sign-in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71800" y="3177540"/>
            <a:ext cx="1188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017520" y="27752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 HTTP-only cookies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49440" y="2468880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995160" y="20848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Prisma, societyId scoping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49440" y="3794760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995160" y="34472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52974" y="4480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818534" y="45034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Safepay webhook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56986" y="4800600"/>
            <a:ext cx="0" cy="-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148426" y="45034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calls out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reads the database except the API, and every write passes the same four gates.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basic CRUD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67128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6" name="Image 0" descr="/home/claude/assets/ic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574" y="2235022"/>
            <a:ext cx="367132" cy="3671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is structural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go through one tenant-scoped repository layer. Cross-society access is not a missing WHERE clause waiting to happen.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874520"/>
            <a:ext cx="525780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67128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1" name="Image 1" descr="/home/claude/assets/ic-clipboard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694" y="2235022"/>
            <a:ext cx="367132" cy="3671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is infrastructure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8346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create, update, and status change records who, what, before, and after. Searchable in the admin UI, exportable at handover.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15384"/>
            <a:ext cx="525780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507992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2" descr="/home/claude/assets/ic-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74" y="4575886"/>
            <a:ext cx="367132" cy="3671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5354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are rated on outcomes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5175504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 ticket captures a 1 to 5 rating with a comment. Vendors update work through revocable magic links, no accounts.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4215384"/>
            <a:ext cx="525780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507992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1" name="Image 3" descr="/home/claude/assets/ic-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694" y="4575886"/>
            <a:ext cx="367132" cy="3671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45354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never destroyed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5175504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soft deleted. Anything behind an audit entry or a financial record cannot silently vanish.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HANDLING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once, enforced everywhere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93392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6" name="Image 0" descr="/home/claude/assets/ic-finger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" y="2055114"/>
            <a:ext cx="333756" cy="3337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95681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permission gate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asks can(user, action, resource). Role rules live in one helper, never scattered through handlers.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273552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529584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1" name="Image 1" descr="/home/claude/assets/ic-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82" y="3591306"/>
            <a:ext cx="333756" cy="3337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44752" y="34930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that can be revoked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0050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and refresh tokens in HTTP-only cookies. A password reset kills every other session.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809744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5065776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2" descr="/home/claude/assets/ic-key-ro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82" y="5127498"/>
            <a:ext cx="333756" cy="3337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44752" y="50292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stored as hashes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54126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and vendor tokens are 256-bit random values stored only as SHA-256 hashes, single use and rate limited.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173736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1993392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1" name="Image 3" descr="/home/claude/assets/ic-badge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802" y="2055114"/>
            <a:ext cx="333756" cy="3337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76872" y="195681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validated at the boundary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355080" y="24688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body passes a Zod schema before business logic runs. The server is the source of truth.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080760" y="3273552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9CA3AF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55080" y="3529584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6" name="Image 4" descr="/home/claude/assets/ic-shield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6802" y="3591306"/>
            <a:ext cx="333756" cy="3337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976872" y="34930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identity verified server side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6355080" y="40050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verifies the ID token with Google's own library, then issues the app's own session.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80760" y="4809744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373368" y="4992624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PROJECT PLAN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6373368" y="5303520"/>
            <a:ext cx="4672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“Cross-tenant data access is a critical bug, not a feature request.”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377440"/>
            <a:ext cx="5669280" cy="5669280"/>
          </a:xfrm>
          <a:prstGeom prst="ellipse">
            <a:avLst/>
          </a:prstGeom>
          <a:solidFill>
            <a:srgbClr val="1D4ED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1D4E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D4ED8">
                <a:alpha val="35000"/>
              </a:srgbClr>
            </a:outerShdw>
          </a:effectLst>
        </p:spPr>
      </p:sp>
      <p:pic>
        <p:nvPicPr>
          <p:cNvPr id="5" name="Image 0" descr="/home/claude/assets/omniho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73936"/>
            <a:ext cx="49377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82496" y="157276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OmniHome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per society.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3246120"/>
            <a:ext cx="2926080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45643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runs on a seeded society with committee, resident, and guard accounts.
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up to 15 units, every feature included, no card required.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526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484632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</p:spPr>
      </p:sp>
      <p:pic>
        <p:nvPicPr>
          <p:cNvPr id="12" name="Image 1" descr="/home/claude/assets/logo-nextj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919472"/>
            <a:ext cx="329184" cy="3291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517904" y="484632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</p:spPr>
      </p:sp>
      <p:pic>
        <p:nvPicPr>
          <p:cNvPr id="14" name="Image 2" descr="/home/claude/assets/logo-expr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" y="4919472"/>
            <a:ext cx="329184" cy="32918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212848" y="484632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</p:spPr>
      </p:sp>
      <p:pic>
        <p:nvPicPr>
          <p:cNvPr id="16" name="Image 3" descr="/home/claude/assets/logo-postgresq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919472"/>
            <a:ext cx="329184" cy="32918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2907792" y="484632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</p:spPr>
      </p:sp>
      <p:pic>
        <p:nvPicPr>
          <p:cNvPr id="18" name="Image 4" descr="/home/claude/assets/logo-prism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944" y="4919472"/>
            <a:ext cx="329184" cy="329184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602736" y="484632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</p:spPr>
      </p:sp>
      <p:pic>
        <p:nvPicPr>
          <p:cNvPr id="20" name="Image 5" descr="/home/claude/assets/logo-redi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4919472"/>
            <a:ext cx="329184" cy="32918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822960" y="5623560"/>
            <a:ext cx="7772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822960" y="5806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2026-09-15T08:08:11Z</dcterms:created>
  <dcterms:modified xsi:type="dcterms:W3CDTF">2026-09-15T08:08:11Z</dcterms:modified>
</cp:coreProperties>
</file>